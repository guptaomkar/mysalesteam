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Price (₹ Lakhs)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72</c:v>
                </c:pt>
                <c:pt idx="2">
                  <c:v>85</c:v>
                </c:pt>
                <c:pt idx="3">
                  <c:v>98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7E-4D39-8962-530D472418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88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0"/>
            <a:ext cx="137160" cy="514350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377440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KOREVYN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Property Tells a 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Premium Real Estate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6576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clients buy, sell, and invest in exceptional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across prime markets.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realstate.korevyn.com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KOREVYN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457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Korevyn Real Estate is a full-service real estate firm dedicated to connecting clients with their ideal properties — whether residential, commercial, or investment.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on the principles of integrity, transparency, and excellence, our experienced agents guide you through every step of the buying, selling, or leasing journey.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deep market knowledge and a client-first approach, we turn complex real estate decisions into seamless, rewarding experiences.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94960" y="123444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2560320"/>
            <a:ext cx="150876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39903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94960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Sold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40880" y="123444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0" y="2560320"/>
            <a:ext cx="150876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39903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040880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394960" y="288036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94960" y="4206240"/>
            <a:ext cx="150876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304495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94960" y="3520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39496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040880" y="288036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040880" y="4206240"/>
            <a:ext cx="150876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304495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0" y="3520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04088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Agents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KOREVYN REAL ESTATE  |  realstate.korevyn.com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real estate solutions tailored to your needs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743200" cy="3566160"/>
          </a:xfrm>
          <a:prstGeom prst="rect">
            <a:avLst/>
          </a:prstGeom>
          <a:solidFill>
            <a:srgbClr val="2E3A4A"/>
          </a:solidFill>
          <a:ln w="12700">
            <a:solidFill>
              <a:srgbClr val="2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7432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572768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664208"/>
            <a:ext cx="694944" cy="6949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Sales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463040" y="3054096"/>
            <a:ext cx="5486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1546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or sell your dream home with expert guidance. We specialize in luxury residences, family homes, villas, and condominiums across prime locations.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1325880"/>
            <a:ext cx="2743200" cy="3566160"/>
          </a:xfrm>
          <a:prstGeom prst="rect">
            <a:avLst/>
          </a:prstGeom>
          <a:solidFill>
            <a:srgbClr val="2E3A4A"/>
          </a:solidFill>
          <a:ln w="12700">
            <a:solidFill>
              <a:srgbClr val="2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25880"/>
            <a:ext cx="27432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51960" y="1572768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664208"/>
            <a:ext cx="694944" cy="6949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Rentals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434840" y="3054096"/>
            <a:ext cx="5486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20440" y="31546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perfect rental or lease your property at maximum value. Our rental management team handles everything from tenant screening to maintenance.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09360" y="1325880"/>
            <a:ext cx="2743200" cy="3566160"/>
          </a:xfrm>
          <a:prstGeom prst="rect">
            <a:avLst/>
          </a:prstGeom>
          <a:solidFill>
            <a:srgbClr val="2E3A4A"/>
          </a:solidFill>
          <a:ln w="12700">
            <a:solidFill>
              <a:srgbClr val="2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1325880"/>
            <a:ext cx="27432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223760" y="1572768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664208"/>
            <a:ext cx="694944" cy="6949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Investment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406640" y="3054096"/>
            <a:ext cx="5486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92240" y="31546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spaces, retail units, and investment portfolios. We help businesses grow and investors maximize returns with smart commercial property strategies.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KOREVYN REAL ESTATE  |  realstate.korevyn.com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937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Market Growth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9164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18872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188720"/>
            <a:ext cx="9144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36245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3093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Price Growth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77840" y="212140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2121408"/>
            <a:ext cx="9144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295144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194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1,240+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77840" y="3054096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577840" y="3054096"/>
            <a:ext cx="9144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22783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0936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on Market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577840" y="3986784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577840" y="3986784"/>
            <a:ext cx="9144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416052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09360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Cities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309360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Markets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KOREVYN REAL ESTATE  |  realstate.korevyn.com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2E3A4A"/>
          </a:solidFill>
          <a:ln w="12700">
            <a:solidFill>
              <a:srgbClr val="2E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KOREVYN?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sets us apart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1325880"/>
            <a:ext cx="822960" cy="82296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173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Excellence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Award-winning agents with a track record of successful transactions and satisfied clients.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188720"/>
            <a:ext cx="2743200" cy="228600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325880"/>
            <a:ext cx="822960" cy="82296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73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Support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204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closing, we handle paperwork, legals, loans, and post-sale support.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188720"/>
            <a:ext cx="2743200" cy="2286000"/>
          </a:xfrm>
          <a:prstGeom prst="rect">
            <a:avLst/>
          </a:prstGeom>
          <a:solidFill>
            <a:srgbClr val="1B2A3B"/>
          </a:solidFill>
          <a:ln w="12700">
            <a:solidFill>
              <a:srgbClr val="253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69480" y="1325880"/>
            <a:ext cx="822960" cy="82296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4173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Relationships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922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lasting partnerships built on honesty, transparency, and your best interests.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find your perfect property?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422452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07792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serviceskorevyn@gmail.com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22452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58968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+91-8108916177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realstate.korevyn.com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364</Words>
  <Application>Microsoft Office PowerPoint</Application>
  <PresentationFormat>On-screen Show (16:9)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Korevyn Real Estate</dc:title>
  <dc:subject>PptxGenJS Presentation</dc:subject>
  <dc:creator>PptxGenJS</dc:creator>
  <cp:lastModifiedBy>Omkar Gupta</cp:lastModifiedBy>
  <cp:revision>2</cp:revision>
  <dcterms:created xsi:type="dcterms:W3CDTF">2026-04-11T21:15:54Z</dcterms:created>
  <dcterms:modified xsi:type="dcterms:W3CDTF">2026-04-11T21:22:10Z</dcterms:modified>
</cp:coreProperties>
</file>